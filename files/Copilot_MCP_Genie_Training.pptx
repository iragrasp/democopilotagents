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· MCP · Databricks Genie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AI-Powered Development Training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651760" cy="11887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Fundamentals →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3017520"/>
            <a:ext cx="2651760" cy="11887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Azure Data Stack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3017520"/>
            <a:ext cx="2651760" cy="11887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Genie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5 Hours Total  |  Audience: Developers &amp; Data Engineers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Required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(latest)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subscription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Credentials/Access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+ Copilot license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account (trial OK)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pptxgenjs  |  pip install databricks-sdk  |  az extension add --name databricks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Training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•  2 hrs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Copilot Basics – Code gen, refactoring, unit tests, docs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Advanced Usage – Prompts, debugging, multi-file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Agents – Multi-step execution &amp; automation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109728" cy="12344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•  2 hrs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MCP Fundamentals – Architecture &amp; context protocol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MCP + ADF / Databricks / Snowflake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MCP + Agents – Enterprise automation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57600"/>
            <a:ext cx="109728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•  1 hr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Genie Code Foundations – Overview &amp; ecosystem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Multiplier Effect – Use cases by role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Adoption &amp; Q&amp;A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1 — Copilot Basics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2801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&amp; tab-accept from docstrings and comments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2801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functions, rename variables, simplify logic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114800" cy="12801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96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test suites with edge 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423160"/>
            <a:ext cx="4114800" cy="12801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96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80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JSDoc, docstrings, README sections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Prompt Tip: Be specific! Add context, language, and expected output in your comment.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— Copilot Code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(Python comment → Copilot auto-completes)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Function: parse sales CSV, return monthly revenue totals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 : path to CSV with columns date, product, amount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dict {month_str: total_revenue}
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parse_sales_csv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(file_path: str) -&gt; dict: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7614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 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8412480" cy="19202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10896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collections import defaultdict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totals = defaultdict(float)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open(file_path)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reader = csv.DictReader(f)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row in reader: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month = row[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'date'</a:t>
            </a:r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][:7]  # YYYY-MM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totals[month] += float(row[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'amount'</a:t>
            </a:r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dict(totals)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3 — Introduction to Copilot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vs Agent-Based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3063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autonomous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file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repo /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build, refactor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Capabilities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611880"/>
            <a:ext cx="41605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57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Multi-Step Execution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executes sub-tasks in sequence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3611880"/>
            <a:ext cx="41605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3657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Tool Use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3886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read/write, terminal, browser, APIs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4251960"/>
            <a:ext cx="41605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297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Task Planning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5262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goals into actionable steps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00600" y="4251960"/>
            <a:ext cx="41605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4297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Automation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45262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pipelines, test runs, PR creation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1 — MCP Fundamentals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 Context Protocol (MCP)?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allows AI models to securely access external data sources, tools, and services — giving Copilot real project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1031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2103120" cy="1005840"/>
          </a:xfrm>
          <a:prstGeom prst="rect">
            <a:avLst/>
          </a:prstGeom>
          <a:solidFill>
            <a:srgbClr val="0096C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1460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210312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251460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06640" y="2011680"/>
            <a:ext cx="210312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20116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Snowflake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475488"/>
          </a:xfrm>
          <a:prstGeom prst="rect">
            <a:avLst/>
          </a:prstGeom>
          <a:solidFill>
            <a:srgbClr val="1A237E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3697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Context-Aware Suggestions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23697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understands your actual schema &amp; pipelines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1A237E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856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 Data Usage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378561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live Snowflake/ADF metadata, not guesses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8412480" cy="475488"/>
          </a:xfrm>
          <a:prstGeom prst="rect">
            <a:avLst/>
          </a:prstGeom>
          <a:solidFill>
            <a:srgbClr val="1A237E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342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Standards Enforcement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433425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org coding standards via MCP context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— MCP Server Configuration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VS Code settings.json — register your MCP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508760"/>
          </a:xfrm>
          <a:prstGeom prst="rect">
            <a:avLst/>
          </a:prstGeom>
          <a:solidFill>
            <a:srgbClr val="1E2D3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"github.copilot.advanced":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"mcp":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"servers": [{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"azure-data",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 "node",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"args": ["./mcp-server/index.js"],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"env": { "AZURE_CONN": "${env:AZURE_CONNECTION_STRING}"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MCP Server exposes ADF pipeline metadata to Copilot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841248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20040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mcp-server/index.js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MCPServer } = require("@modelcontextprotocol/sdk");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DataFactoryManagementClient } = require("@azure/arm-datafactory");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new MCPServer({ name: "azure-data"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server.addResource("pipelines", async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client = new DataFactoryManagementClient(credential, subscriptionId);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list = await client.pipelines.listByFactory(rgName, factoryName);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list.map(p =&gt; ({ name: p.name, activities: p.activities?.length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server.start();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2 — MCP + Databricks &amp; Snowflake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PySpark via MCP — Databricks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8412480" cy="1874520"/>
          </a:xfrm>
          <a:prstGeom prst="rect">
            <a:avLst/>
          </a:prstGeom>
          <a:solidFill>
            <a:srgbClr val="1E2D3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Copilot knows your Databricks cluster schema via MCP context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Prompt: "aggregate daily_sales by region, join with customer_dim, write Delta"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functions as F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df_sales = spark.table("gold.daily_sales")      # MCP surfaced this 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df_customers = spark.table("gold.customer_dim")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(df_sales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.join(df_customers, "customer_id")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.groupBy("region", F.date_trunc("month", "sale_date").alias("month"))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.agg(F.sum("amount").alias("total_revenue"),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F.countDistinct("customer_id").alias("unique_customers"))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.orderBy("month", "region"))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result.write.format("delta").mode("overwrite").saveAsTable("gold.monthly_revenue_by_region")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SQL — Snowflake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547872"/>
            <a:ext cx="8412480" cy="14630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584448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Copilot prompt: "top 10 customers by LTV, last 90 days, exclude test accounts"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MCP provides: ORDERS schema, CUSTOMERS schema, known test account patterns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c.customer_id, c.name, SUM(o.amount) AS ltv_90d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PROD.PUBLIC.ORDERS 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PROD.PUBLIC.CUSTOMERS c ON o.customer_id = c.customer_id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o.order_date &gt;= DATEADD(day, -90, CURRENT_DATE)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c.email NOT LIKE '%@test.%'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 2 ORDER BY ltv_90d DESC LIMIT 10;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Databricks Genie Code Enablement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Ecosystem: AI/BI Space vs. Genie Code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1828800"/>
        </p:xfrm>
        <a:graphic>
          <a:graphicData uri="http://schemas.openxmlformats.org/drawingml/2006/table">
            <a:tbl>
              <a:tblPr/>
              <a:tblGrid>
                <a:gridCol w="2103120"/>
                <a:gridCol w="3154680"/>
                <a:gridCol w="3154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AI/BI Genie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Analysts, Execs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Engineers, ML, Architects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/ notebook / CLI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Charts,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PySpark, SQL,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Interaction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questions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&amp; iterate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Multiplier Effect — Genie Code by Role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3749040"/>
            <a:ext cx="416052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ADF pipelines, Delta optimizations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3749040"/>
            <a:ext cx="416052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2940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scaffolding, experiment code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4389120"/>
            <a:ext cx="416052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Analyst/AE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19456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SQL, data exploration notebooks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00600" y="4389120"/>
            <a:ext cx="416052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2940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generation, security &amp; cost review prompts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— Databricks Genie Code in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— Ask Genie to generate a pipeline programmatically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514600"/>
          </a:xfrm>
          <a:prstGeom prst="rect">
            <a:avLst/>
          </a:prstGeom>
          <a:solidFill>
            <a:srgbClr val="1E2D3D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databricks.sdk import WorkspaceClient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databricks.sdk.service.sql import StatementState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WorkspaceClient()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Genie Code: natural-language → SQL 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Analyse the orders table. Show monthly revenue trend for last 12 months.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Break down by product category. Highlight months with &gt;20% MoM growth.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w.genie.execute_message_query(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space_id="your-genie-space-id",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conversation_id="conv-001",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message=prompt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Poll until done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response.status.query_state not in (StatementState.SUCCEEDED, StatementState.FAILED):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w.genie.get_message_query_result(...)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response.result.as_pandas()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print(df.head(20))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3822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 auto-generates optimized SQL from plain English — no hand-coding required.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Genie-suggested Delta OPTIMIZE + ZORDER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60857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 prod.gold.orders ZORDER BY (order_date, customer_id);  -- Genie-recommended index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Project Setup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Install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960120"/>
            <a:ext cx="502920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99669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https://github.com/your-org/copilot-mcp-demo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copilot-mcp-demo &amp;&amp; npm install &amp;&amp; pip install -r requirements.txt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 Variables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1965960"/>
            <a:ext cx="502920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00253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AZURE_CONNECTION_STRING='...' SNOWFLAKE_ACCOUNT='...' DATABRICKS_HOST='...'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DATABRICKS_TOKEN='...' GITHUB_TOKEN='...'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MCP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971800"/>
            <a:ext cx="502920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00837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mcp-server/index.js   # runs on localhost:3100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 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3977640"/>
            <a:ext cx="502920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401421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     # Copilot connects to MCP server automatically via settings.json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Ensure GitHub Copilot Chat extension v1.200+ is installed for Agent &amp; MCP support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Basics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contextual prompts = better code. Use Comments, Docstrings, and Chat.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647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810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130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multi-file tasks; agents plan, execute, and iterate autonomously.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6946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6151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3522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real-world context — schemas, pipelines, org standards flow into Copilot.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7413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419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Snowflake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73989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makes Copilot generate pipeline/SQL code that actually runs in your stack.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78808"/>
            <a:ext cx="841248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17880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54456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production-quality Databricks code; multiplies every data team role.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Copilot, MCP &amp; Databricks Genie – 3-Day Training</dc:title>
  <dc:subject>PptxGenJS Presentation</dc:subject>
  <dc:creator>PptxGenJS</dc:creator>
  <cp:lastModifiedBy>PptxGenJS</cp:lastModifiedBy>
  <cp:revision>1</cp:revision>
  <dcterms:created xsi:type="dcterms:W3CDTF">2026-05-24T16:41:14Z</dcterms:created>
  <dcterms:modified xsi:type="dcterms:W3CDTF">2026-05-24T16:41:14Z</dcterms:modified>
</cp:coreProperties>
</file>